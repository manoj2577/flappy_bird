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swinx05/flappy_bird.git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7.06347" TargetMode="External"/><Relationship Id="rId2" Type="http://schemas.openxmlformats.org/officeDocument/2006/relationships/hyperlink" Target="https://www.andrew.cmu.edu/course/10-703/textbook/BartoSutton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ygame.org/docs/" TargetMode="External"/><Relationship Id="rId5" Type="http://schemas.openxmlformats.org/officeDocument/2006/relationships/hyperlink" Target="https://gymnasium.farama.org/" TargetMode="External"/><Relationship Id="rId4" Type="http://schemas.openxmlformats.org/officeDocument/2006/relationships/hyperlink" Target="https://stable-baselines3.readthedocs.i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Flappy Bird with AI Agent using Reinforcement Learning</a:t>
            </a: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729621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2117240070030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Aswin Ananth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10/28/2025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/>
          </a:bodyPr>
          <a:lstStyle/>
          <a:p>
            <a:r>
              <a:rPr lang="en-US" sz="2400" dirty="0"/>
              <a:t>Artificial Intelligence allows machines to learn and make decisions like humans.</a:t>
            </a:r>
            <a:br>
              <a:rPr lang="en-US" sz="2400" dirty="0"/>
            </a:br>
            <a:r>
              <a:rPr lang="en-US" sz="2400" dirty="0"/>
              <a:t>In this project, we use </a:t>
            </a:r>
            <a:r>
              <a:rPr lang="en-US" sz="2400" b="1" dirty="0"/>
              <a:t>Reinforcement Learning (RL)</a:t>
            </a:r>
            <a:r>
              <a:rPr lang="en-US" sz="2400" dirty="0"/>
              <a:t>, where an agent learns by trial and error using rewards and penalties.</a:t>
            </a:r>
          </a:p>
          <a:p>
            <a:r>
              <a:rPr lang="en-US" sz="2400" dirty="0"/>
              <a:t>The aim is to make an AI agent play the </a:t>
            </a:r>
            <a:r>
              <a:rPr lang="en-US" sz="2400" b="1" dirty="0"/>
              <a:t>Flappy Bird</a:t>
            </a:r>
            <a:r>
              <a:rPr lang="en-US" sz="2400" dirty="0"/>
              <a:t> game automatically.</a:t>
            </a:r>
            <a:br>
              <a:rPr lang="en-US" sz="2400" dirty="0"/>
            </a:br>
            <a:r>
              <a:rPr lang="en-US" sz="2400" dirty="0"/>
              <a:t>It learns when to flap to avoid pipes and increase its score.</a:t>
            </a:r>
          </a:p>
          <a:p>
            <a:r>
              <a:rPr lang="en-US" sz="2400" dirty="0"/>
              <a:t>This problem is important because it shows how a computer can learn by itself without manual programming.</a:t>
            </a:r>
            <a:br>
              <a:rPr lang="en-US" sz="2400" dirty="0"/>
            </a:br>
            <a:r>
              <a:rPr lang="en-US" sz="2400" dirty="0"/>
              <a:t>We use the </a:t>
            </a:r>
            <a:r>
              <a:rPr lang="en-US" sz="2400" b="1" dirty="0"/>
              <a:t>PPO (Proximal Policy Optimization)</a:t>
            </a:r>
            <a:r>
              <a:rPr lang="en-US" sz="2400" dirty="0"/>
              <a:t> algorithm to train the agent for better gameplay.</a:t>
            </a:r>
          </a:p>
          <a:p>
            <a:r>
              <a:rPr lang="en-US" sz="2400" b="1" dirty="0"/>
              <a:t>Expected Result:</a:t>
            </a:r>
            <a:br>
              <a:rPr lang="en-US" sz="2400" dirty="0"/>
            </a:br>
            <a:r>
              <a:rPr lang="en-US" sz="2400" dirty="0"/>
              <a:t>The AI will learn the correct flapping timing and gradually achieve higher scores.</a:t>
            </a:r>
          </a:p>
          <a:p>
            <a:r>
              <a:rPr lang="en-US" sz="2400" b="1" dirty="0"/>
              <a:t>Possibilities:</a:t>
            </a:r>
            <a:br>
              <a:rPr lang="en-US" sz="2400" dirty="0"/>
            </a:br>
            <a:r>
              <a:rPr lang="en-US" sz="2400" dirty="0"/>
              <a:t>This idea can be used in real-life systems like robots, drones, or self-driving vehicles that learn from experience.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/>
          </a:bodyPr>
          <a:lstStyle/>
          <a:p>
            <a:r>
              <a:rPr lang="en-US" dirty="0"/>
              <a:t>The game is modeled as a </a:t>
            </a:r>
            <a:r>
              <a:rPr lang="en-US" b="1" dirty="0"/>
              <a:t>Markov Decision Process (MDP)</a:t>
            </a:r>
            <a:r>
              <a:rPr lang="en-US" dirty="0"/>
              <a:t>.</a:t>
            </a:r>
          </a:p>
          <a:p>
            <a:r>
              <a:rPr lang="en-US" b="1" dirty="0"/>
              <a:t>State:</a:t>
            </a:r>
            <a:r>
              <a:rPr lang="en-US" dirty="0"/>
              <a:t> Bird’s position, speed, and distance from the next pipe.</a:t>
            </a:r>
          </a:p>
          <a:p>
            <a:r>
              <a:rPr lang="en-US" b="1" dirty="0"/>
              <a:t>Action:</a:t>
            </a:r>
            <a:r>
              <a:rPr lang="en-US" dirty="0"/>
              <a:t> Whether to </a:t>
            </a:r>
            <a:r>
              <a:rPr lang="en-US" b="1" dirty="0"/>
              <a:t>flap</a:t>
            </a:r>
            <a:r>
              <a:rPr lang="en-US" dirty="0"/>
              <a:t> or </a:t>
            </a:r>
            <a:r>
              <a:rPr lang="en-US" b="1" dirty="0"/>
              <a:t>do nothing</a:t>
            </a:r>
            <a:r>
              <a:rPr lang="en-US" dirty="0"/>
              <a:t>.</a:t>
            </a:r>
          </a:p>
          <a:p>
            <a:r>
              <a:rPr lang="en-US" b="1" dirty="0"/>
              <a:t>Reward:</a:t>
            </a:r>
            <a:r>
              <a:rPr lang="en-US" dirty="0"/>
              <a:t> +1 for passing a pipe, −1 for hitting one.</a:t>
            </a:r>
          </a:p>
          <a:p>
            <a:r>
              <a:rPr lang="en-US" dirty="0"/>
              <a:t>The algorithm used is </a:t>
            </a:r>
            <a:r>
              <a:rPr lang="en-US" b="1" dirty="0"/>
              <a:t>Proximal Policy Optimization (PPO)</a:t>
            </a:r>
            <a:r>
              <a:rPr lang="en-US" dirty="0"/>
              <a:t> —</a:t>
            </a:r>
            <a:br>
              <a:rPr lang="en-US" dirty="0"/>
            </a:br>
            <a:r>
              <a:rPr lang="en-US" dirty="0"/>
              <a:t>a stable and efficient RL method for training game agents.</a:t>
            </a:r>
          </a:p>
          <a:p>
            <a:pPr marL="0" indent="0">
              <a:buNone/>
            </a:pPr>
            <a:r>
              <a:rPr lang="en-US" dirty="0"/>
              <a:t>  🧩 </a:t>
            </a:r>
            <a:r>
              <a:rPr lang="en-US" i="1" dirty="0"/>
              <a:t>Idea:</a:t>
            </a:r>
            <a:r>
              <a:rPr lang="en-US" dirty="0"/>
              <a:t> The AI learns the right time to flap to stay alive longer.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1913676"/>
              </p:ext>
            </p:extLst>
          </p:nvPr>
        </p:nvGraphicFramePr>
        <p:xfrm>
          <a:off x="1854200" y="2205222"/>
          <a:ext cx="8128000" cy="1478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  <a:hlinkClick r:id="rId2"/>
                        </a:rPr>
                        <a:t>Github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  <a:hlinkClick r:id="rId2"/>
                        </a:rPr>
                        <a:t>Github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chemeClr val="tx1"/>
                          </a:solidFill>
                          <a:hlinkClick r:id="rId2"/>
                        </a:rPr>
                        <a:t>Github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pic>
        <p:nvPicPr>
          <p:cNvPr id="17" name="Picture 1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27405C18-D54A-4018-2A19-67AF19AE2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0706" y="1329732"/>
            <a:ext cx="4317475" cy="4861338"/>
          </a:xfrm>
          <a:prstGeom prst="rect">
            <a:avLst/>
          </a:prstGeom>
        </p:spPr>
      </p:pic>
      <p:pic>
        <p:nvPicPr>
          <p:cNvPr id="19" name="Picture 18" descr="A blue and green rectangle with a black and blue object on it&#10;&#10;AI-generated content may be incorrect.">
            <a:extLst>
              <a:ext uri="{FF2B5EF4-FFF2-40B4-BE49-F238E27FC236}">
                <a16:creationId xmlns:a16="http://schemas.microsoft.com/office/drawing/2014/main" id="{1884CF78-714F-54C9-A4C6-8ABCAC5F4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7" y="1315625"/>
            <a:ext cx="3829764" cy="4889552"/>
          </a:xfrm>
          <a:prstGeom prst="rect">
            <a:avLst/>
          </a:prstGeom>
        </p:spPr>
      </p:pic>
      <p:pic>
        <p:nvPicPr>
          <p:cNvPr id="23" name="Content Placeholder 2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B53871D6-AF7E-B02B-3901-083FEC808C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5066" y="1329732"/>
            <a:ext cx="3684681" cy="4861338"/>
          </a:xfr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09AF-1BD6-CFDC-B172-AD3D3853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After training with the </a:t>
            </a:r>
            <a:r>
              <a:rPr lang="en-US" b="1" dirty="0"/>
              <a:t>PPO algorithm</a:t>
            </a:r>
            <a:r>
              <a:rPr lang="en-US" dirty="0"/>
              <a:t>, the AI agent plays the </a:t>
            </a:r>
            <a:r>
              <a:rPr lang="en-US" b="1" dirty="0"/>
              <a:t>Flappy Bird</a:t>
            </a:r>
            <a:r>
              <a:rPr lang="en-US" dirty="0"/>
              <a:t> game automatically.</a:t>
            </a:r>
            <a:br>
              <a:rPr lang="en-US" dirty="0"/>
            </a:br>
            <a:r>
              <a:rPr lang="en-US" dirty="0"/>
              <a:t>It learns when to flap and when to stay still to avoid pipes.</a:t>
            </a:r>
            <a:br>
              <a:rPr lang="en-US" dirty="0"/>
            </a:br>
            <a:r>
              <a:rPr lang="en-US" dirty="0"/>
              <a:t>The game shows the bird, pipes, and live score on the screen.</a:t>
            </a:r>
            <a:br>
              <a:rPr lang="en-US" dirty="0"/>
            </a:br>
            <a:r>
              <a:rPr lang="en-US" dirty="0"/>
              <a:t>When the bird crashes, the game restarts and the agent continues learning</a:t>
            </a:r>
          </a:p>
          <a:p>
            <a:r>
              <a:rPr lang="en-US" b="1" dirty="0"/>
              <a:t>Results</a:t>
            </a:r>
          </a:p>
          <a:p>
            <a:r>
              <a:rPr lang="en-US" dirty="0"/>
              <a:t>The AI gradually improves its gameplay after training.</a:t>
            </a:r>
          </a:p>
          <a:p>
            <a:r>
              <a:rPr lang="en-US" dirty="0"/>
              <a:t>It learns the correct timing and survives longer.</a:t>
            </a:r>
          </a:p>
          <a:p>
            <a:r>
              <a:rPr lang="en-US" dirty="0"/>
              <a:t>The final model achieves scores above </a:t>
            </a:r>
            <a:r>
              <a:rPr lang="en-US" b="1" dirty="0"/>
              <a:t>20+</a:t>
            </a:r>
            <a:r>
              <a:rPr lang="en-US" dirty="0"/>
              <a:t> consistently.</a:t>
            </a:r>
          </a:p>
          <a:p>
            <a:r>
              <a:rPr lang="en-US" dirty="0"/>
              <a:t>The agent behaves almost like a human player.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Future Enhancements</a:t>
            </a:r>
          </a:p>
          <a:p>
            <a:r>
              <a:rPr lang="en-US" dirty="0"/>
              <a:t>Try other algorithms like </a:t>
            </a:r>
            <a:r>
              <a:rPr lang="en-US" b="1" dirty="0"/>
              <a:t>DQN</a:t>
            </a:r>
            <a:r>
              <a:rPr lang="en-US" dirty="0"/>
              <a:t> or </a:t>
            </a:r>
            <a:r>
              <a:rPr lang="en-US" b="1" dirty="0"/>
              <a:t>A3C</a:t>
            </a:r>
            <a:r>
              <a:rPr lang="en-US" dirty="0"/>
              <a:t>.</a:t>
            </a:r>
          </a:p>
          <a:p>
            <a:r>
              <a:rPr lang="en-US" dirty="0"/>
              <a:t>Use </a:t>
            </a:r>
            <a:r>
              <a:rPr lang="en-US" b="1" dirty="0"/>
              <a:t>CNNs</a:t>
            </a:r>
            <a:r>
              <a:rPr lang="en-US" dirty="0"/>
              <a:t> for visual-based learning.</a:t>
            </a:r>
          </a:p>
          <a:p>
            <a:r>
              <a:rPr lang="en-US" dirty="0"/>
              <a:t>Add more levels, obstacles, and animations.</a:t>
            </a:r>
          </a:p>
          <a:p>
            <a:r>
              <a:rPr lang="en-US" dirty="0"/>
              <a:t>Improve visuals and sound effects for a better game experience.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67326"/>
            <a:ext cx="11951368" cy="4909637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dirty="0"/>
              <a:t>Sutton, R. S., &amp; Barto, A. G. (2018). </a:t>
            </a:r>
            <a:r>
              <a:rPr lang="en-US" i="1" dirty="0"/>
              <a:t>Reinforcement Learning: An Introduction (2nd Edition)</a:t>
            </a:r>
            <a:r>
              <a:rPr lang="en-US" dirty="0"/>
              <a:t>. MIT Press.</a:t>
            </a:r>
          </a:p>
          <a:p>
            <a:pPr marL="0" lvl="0" indent="0">
              <a:buNone/>
            </a:pPr>
            <a:r>
              <a:rPr lang="en-US" dirty="0">
                <a:hlinkClick r:id="rId2"/>
              </a:rPr>
              <a:t>https://www.andrew.cmu.edu/course/10-703/textbook/BartoSutton.pdf</a:t>
            </a:r>
            <a:endParaRPr lang="en-US" dirty="0"/>
          </a:p>
          <a:p>
            <a:pPr lvl="0"/>
            <a:r>
              <a:rPr lang="en-IN" dirty="0"/>
              <a:t>Schulman, J., Wolski, F., Dhariwal, P., Radford, A., &amp; Klimov, O. (2017). </a:t>
            </a:r>
            <a:r>
              <a:rPr lang="en-IN" i="1" dirty="0"/>
              <a:t>Proximal Policy Optimization Algorithms.</a:t>
            </a:r>
          </a:p>
          <a:p>
            <a:pPr lvl="0"/>
            <a:r>
              <a:rPr lang="en-IN" dirty="0" err="1"/>
              <a:t>arXiv</a:t>
            </a:r>
            <a:r>
              <a:rPr lang="en-IN" dirty="0"/>
              <a:t> preprint </a:t>
            </a:r>
            <a:r>
              <a:rPr lang="en-IN" dirty="0">
                <a:hlinkClick r:id="rId3"/>
              </a:rPr>
              <a:t>https://arxiv.org/abs/1707.06347</a:t>
            </a:r>
            <a:endParaRPr lang="en-IN" dirty="0"/>
          </a:p>
          <a:p>
            <a:pPr lvl="0"/>
            <a:r>
              <a:rPr lang="en-US" b="1" dirty="0"/>
              <a:t>Stable-Baselines3 Documentation</a:t>
            </a:r>
            <a:r>
              <a:rPr lang="en-US" dirty="0"/>
              <a:t>, </a:t>
            </a:r>
            <a:r>
              <a:rPr lang="en-US" i="1" dirty="0"/>
              <a:t>Open Source Reinforcement Learning Library for </a:t>
            </a:r>
            <a:r>
              <a:rPr lang="en-US" i="1" dirty="0" err="1"/>
              <a:t>PyTorch</a:t>
            </a:r>
            <a:r>
              <a:rPr lang="en-US" i="1" dirty="0"/>
              <a:t>.   </a:t>
            </a:r>
            <a:r>
              <a:rPr lang="en-US" dirty="0">
                <a:hlinkClick r:id="rId4"/>
              </a:rPr>
              <a:t>https://stable-baselines3.readthedocs.io</a:t>
            </a:r>
            <a:endParaRPr lang="en-US" dirty="0"/>
          </a:p>
          <a:p>
            <a:pPr lvl="0"/>
            <a:r>
              <a:rPr lang="en-US" b="1" dirty="0"/>
              <a:t>Gymnasium (formerly OpenAI Gym)</a:t>
            </a:r>
            <a:r>
              <a:rPr lang="en-US" dirty="0"/>
              <a:t> – Reinforcement Learning Environment Toolkit. </a:t>
            </a:r>
            <a:r>
              <a:rPr lang="en-US" dirty="0">
                <a:hlinkClick r:id="rId5"/>
              </a:rPr>
              <a:t>https://gymnasium.farama.org/</a:t>
            </a:r>
            <a:endParaRPr lang="en-US" dirty="0"/>
          </a:p>
          <a:p>
            <a:pPr lvl="0"/>
            <a:r>
              <a:rPr lang="en-US" b="1" dirty="0" err="1"/>
              <a:t>Pygame</a:t>
            </a:r>
            <a:r>
              <a:rPr lang="en-US" b="1" dirty="0"/>
              <a:t> Official Documentation</a:t>
            </a:r>
            <a:r>
              <a:rPr lang="en-US" dirty="0"/>
              <a:t> – </a:t>
            </a:r>
            <a:r>
              <a:rPr lang="en-US" i="1" dirty="0"/>
              <a:t>Game Development Library for Python</a:t>
            </a:r>
            <a:r>
              <a:rPr lang="en-US" dirty="0"/>
              <a:t>.</a:t>
            </a:r>
          </a:p>
          <a:p>
            <a:pPr marL="0" lvl="0" indent="0">
              <a:buNone/>
            </a:pPr>
            <a:r>
              <a:rPr lang="en-US" dirty="0"/>
              <a:t>   </a:t>
            </a:r>
            <a:r>
              <a:rPr lang="en-US" dirty="0">
                <a:hlinkClick r:id="rId6"/>
              </a:rPr>
              <a:t>https://www.pygame.org/docs/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10/28/2025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1135</TotalTime>
  <Words>626</Words>
  <Application>Microsoft Office PowerPoint</Application>
  <PresentationFormat>Widescreen</PresentationFormat>
  <Paragraphs>70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DEPARTMENT OF ARTIFICIAL INTELLIGENCE AND DATA SCIENCE ACADEMIC YEAR 2025 - 2026 SEMESTER III ARTIFICIAL INTELLIGENCE LABORATORY  MINI PROJECT REVIEW   &lt;Flappy Bird with AI Agent using Reinforcement Learning&gt;</vt:lpstr>
      <vt:lpstr>PROBLEM STATEMENT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Aswin Ananth S</cp:lastModifiedBy>
  <cp:revision>7</cp:revision>
  <dcterms:created xsi:type="dcterms:W3CDTF">2025-10-18T08:57:34Z</dcterms:created>
  <dcterms:modified xsi:type="dcterms:W3CDTF">2025-10-28T13:57:24Z</dcterms:modified>
</cp:coreProperties>
</file>